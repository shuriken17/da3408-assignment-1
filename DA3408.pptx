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theme/theme10.xml" ContentType="application/vnd.openxmlformats-officedocument.theme+xml"/>
  <Override PartName="/ppt/theme/theme8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docProps/app.xml" ContentType="application/vnd.openxmlformats-officedocument.extended-properties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theme/theme11.xml" ContentType="application/vnd.openxmlformats-officedocument.theme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Masters/slideMaster1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30"/>
  </p:notesMasterIdLst>
  <p:sldIdLst>
    <p:sldId id="256" r:id="rId24"/>
    <p:sldId id="257" r:id="rId25"/>
    <p:sldId id="258" r:id="rId26"/>
    <p:sldId id="259" r:id="rId27"/>
    <p:sldId id="260" r:id="rId28"/>
    <p:sldId id="261" r:id="rId29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339055616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theme" Target="theme/theme1.xml"/><Relationship Id="rId13" Type="http://schemas.openxmlformats.org/officeDocument/2006/relationships/theme" Target="theme/theme2.xml"/><Relationship Id="rId14" Type="http://schemas.openxmlformats.org/officeDocument/2006/relationships/theme" Target="theme/theme3.xml"/><Relationship Id="rId15" Type="http://schemas.openxmlformats.org/officeDocument/2006/relationships/theme" Target="theme/theme4.xml"/><Relationship Id="rId16" Type="http://schemas.openxmlformats.org/officeDocument/2006/relationships/theme" Target="theme/theme5.xml"/><Relationship Id="rId17" Type="http://schemas.openxmlformats.org/officeDocument/2006/relationships/theme" Target="theme/theme6.xml"/><Relationship Id="rId18" Type="http://schemas.openxmlformats.org/officeDocument/2006/relationships/theme" Target="theme/theme7.xml"/><Relationship Id="rId19" Type="http://schemas.openxmlformats.org/officeDocument/2006/relationships/theme" Target="theme/theme8.xml"/><Relationship Id="rId20" Type="http://schemas.openxmlformats.org/officeDocument/2006/relationships/theme" Target="theme/theme9.xml"/><Relationship Id="rId21" Type="http://schemas.openxmlformats.org/officeDocument/2006/relationships/theme" Target="theme/theme10.xml"/><Relationship Id="rId22" Type="http://schemas.openxmlformats.org/officeDocument/2006/relationships/theme" Target="theme/theme11.xml"/><Relationship Id="rId23" Type="http://schemas.openxmlformats.org/officeDocument/2006/relationships/theme" Target="theme/theme1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7086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393602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640692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3505784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550499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773444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22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074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051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DBFBDB-9E48-C611-FD14-FE0BBED025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157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1995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03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7DC194-5487-C6E8-1C49-C8B5965367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4195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6347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86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F6B36C-304E-A912-3E8F-F3099D4059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991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38541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608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F8AD1E-9720-540B-CF56-0F9E12EDA6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155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476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33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302858-0D41-E85E-34F1-67D8B11624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839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72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491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863114-60F2-8419-843B-53D8F79699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451757" name="PlaceHolder 1"/>
          <p:cNvSpPr>
            <a:spLocks noGrp="1"/>
          </p:cNvSpPr>
          <p:nvPr>
            <p:ph type="title"/>
          </p:nvPr>
        </p:nvSpPr>
        <p:spPr bwMode="auto">
          <a:xfrm>
            <a:off x="729360" y="1273320"/>
            <a:ext cx="76878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727975" name="PlaceHolder 2"/>
          <p:cNvSpPr>
            <a:spLocks noGrp="1"/>
          </p:cNvSpPr>
          <p:nvPr>
            <p:ph type="subTitle"/>
          </p:nvPr>
        </p:nvSpPr>
        <p:spPr bwMode="auto">
          <a:xfrm>
            <a:off x="729360" y="2079000"/>
            <a:ext cx="7687800" cy="226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108661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E124138F-F698-4CD1-B7AF-C141B152E718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016708" name="PlaceHolder 1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C8DA6C4B-9DC6-40BF-B07B-B1889EB84527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499666" name="PlaceHolder 1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D3858C73-5446-4B31-83B2-3E93D369C6AB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481117" name="PlaceHolder 1"/>
          <p:cNvSpPr>
            <a:spLocks noGrp="1"/>
          </p:cNvSpPr>
          <p:nvPr>
            <p:ph type="sldNum" idx="4"/>
          </p:nvPr>
        </p:nvSpPr>
        <p:spPr bwMode="auto"/>
        <p:txBody>
          <a:bodyPr/>
          <a:p>
            <a:pPr>
              <a:defRPr/>
            </a:pPr>
            <a:fld id="{836EF7EE-8BBC-46E9-8AA8-940C8C3CD691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943564" name="PlaceHolder 1"/>
          <p:cNvSpPr>
            <a:spLocks noGrp="1"/>
          </p:cNvSpPr>
          <p:nvPr>
            <p:ph type="title"/>
          </p:nvPr>
        </p:nvSpPr>
        <p:spPr bwMode="auto">
          <a:xfrm>
            <a:off x="729360" y="1273320"/>
            <a:ext cx="76878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113597" name="PlaceHolder 2"/>
          <p:cNvSpPr>
            <a:spLocks noGrp="1"/>
          </p:cNvSpPr>
          <p:nvPr>
            <p:ph/>
          </p:nvPr>
        </p:nvSpPr>
        <p:spPr bwMode="auto">
          <a:xfrm>
            <a:off x="729360" y="2079000"/>
            <a:ext cx="7687800" cy="226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366506" name="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p>
            <a:pPr>
              <a:defRPr/>
            </a:pPr>
            <a:fld id="{F3F190D3-4D47-4889-9F8D-80A8EAFA6164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336265" name="PlaceHolder 1"/>
          <p:cNvSpPr>
            <a:spLocks noGrp="1"/>
          </p:cNvSpPr>
          <p:nvPr>
            <p:ph type="title"/>
          </p:nvPr>
        </p:nvSpPr>
        <p:spPr bwMode="auto">
          <a:xfrm>
            <a:off x="729360" y="1273320"/>
            <a:ext cx="76878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259246" name="PlaceHolder 2"/>
          <p:cNvSpPr>
            <a:spLocks noGrp="1"/>
          </p:cNvSpPr>
          <p:nvPr>
            <p:ph/>
          </p:nvPr>
        </p:nvSpPr>
        <p:spPr bwMode="auto">
          <a:xfrm>
            <a:off x="729360" y="2079000"/>
            <a:ext cx="3751560" cy="226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55875" name="PlaceHolder 3"/>
          <p:cNvSpPr>
            <a:spLocks noGrp="1"/>
          </p:cNvSpPr>
          <p:nvPr>
            <p:ph/>
          </p:nvPr>
        </p:nvSpPr>
        <p:spPr bwMode="auto">
          <a:xfrm>
            <a:off x="4668840" y="2079000"/>
            <a:ext cx="3751560" cy="226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597757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0E692525-8545-44D2-849A-9550D1A93263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236425" name="PlaceHolder 1"/>
          <p:cNvSpPr>
            <a:spLocks noGrp="1"/>
          </p:cNvSpPr>
          <p:nvPr>
            <p:ph type="title"/>
          </p:nvPr>
        </p:nvSpPr>
        <p:spPr bwMode="auto">
          <a:xfrm>
            <a:off x="729360" y="1273320"/>
            <a:ext cx="768780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556180" name="PlaceHolder 2"/>
          <p:cNvSpPr>
            <a:spLocks noGrp="1"/>
          </p:cNvSpPr>
          <p:nvPr>
            <p:ph type="sldNum" idx="7"/>
          </p:nvPr>
        </p:nvSpPr>
        <p:spPr bwMode="auto"/>
        <p:txBody>
          <a:bodyPr/>
          <a:p>
            <a:pPr>
              <a:defRPr/>
            </a:pPr>
            <a:fld id="{4C5ABB44-9F71-4CA8-9E04-C7BB7525EB5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33681" name="PlaceHolder 1"/>
          <p:cNvSpPr>
            <a:spLocks noGrp="1"/>
          </p:cNvSpPr>
          <p:nvPr>
            <p:ph type="sldNum" idx="8"/>
          </p:nvPr>
        </p:nvSpPr>
        <p:spPr bwMode="auto"/>
        <p:txBody>
          <a:bodyPr/>
          <a:p>
            <a:pPr>
              <a:defRPr/>
            </a:pPr>
            <a:fld id="{0F71EBF3-C196-4853-880B-9180EF3A61DD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469326" name="PlaceHolder 1"/>
          <p:cNvSpPr>
            <a:spLocks noGrp="1"/>
          </p:cNvSpPr>
          <p:nvPr>
            <p:ph type="sldNum" idx="9"/>
          </p:nvPr>
        </p:nvSpPr>
        <p:spPr bwMode="auto"/>
        <p:txBody>
          <a:bodyPr/>
          <a:p>
            <a:pPr>
              <a:defRPr/>
            </a:pPr>
            <a:fld id="{46CFB54E-6787-4939-A677-C841A6F1ECA6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67316" name="PlaceHolder 1"/>
          <p:cNvSpPr>
            <a:spLocks noGrp="1"/>
          </p:cNvSpPr>
          <p:nvPr>
            <p:ph type="sldNum" idx="10"/>
          </p:nvPr>
        </p:nvSpPr>
        <p:spPr bwMode="auto"/>
        <p:txBody>
          <a:bodyPr/>
          <a:p>
            <a:pPr>
              <a:defRPr/>
            </a:pPr>
            <a:fld id="{97D37B6C-B95A-4EF1-A635-9935645C4781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26088" name="PlaceHolder 1"/>
          <p:cNvSpPr>
            <a:spLocks noGrp="1"/>
          </p:cNvSpPr>
          <p:nvPr>
            <p:ph type="sldNum" idx="11"/>
          </p:nvPr>
        </p:nvSpPr>
        <p:spPr bwMode="auto"/>
        <p:txBody>
          <a:bodyPr/>
          <a:p>
            <a:pPr>
              <a:defRPr/>
            </a:pPr>
            <a:fld id="{3A919162-3FB0-44A4-8C5C-A8800CDDCBB1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870307" name="Google Shape;10;p2"/>
          <p:cNvSpPr/>
          <p:nvPr/>
        </p:nvSpPr>
        <p:spPr bwMode="auto">
          <a:xfrm>
            <a:off x="0" y="0"/>
            <a:ext cx="9142920" cy="486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22480761" name="Google Shape;11;p2"/>
          <p:cNvGrpSpPr/>
          <p:nvPr/>
        </p:nvGrpSpPr>
        <p:grpSpPr bwMode="auto"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2" name="Google Shape;12;p2"/>
            <p:cNvSpPr/>
            <p:nvPr/>
          </p:nvSpPr>
          <p:spPr bwMode="auto">
            <a:xfrm rot="16199998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 bwMode="auto">
            <a:xfrm rot="16199998">
              <a:off x="1009440" y="727200"/>
              <a:ext cx="16560" cy="974879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48965980" name="PlaceHolder 1"/>
          <p:cNvSpPr>
            <a:spLocks noGrp="1"/>
          </p:cNvSpPr>
          <p:nvPr>
            <p:ph type="title"/>
          </p:nvPr>
        </p:nvSpPr>
        <p:spPr bwMode="auto">
          <a:xfrm>
            <a:off x="729360" y="1273320"/>
            <a:ext cx="7687800" cy="62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393147" name="PlaceHolder 2"/>
          <p:cNvSpPr>
            <a:spLocks noGrp="1"/>
          </p:cNvSpPr>
          <p:nvPr>
            <p:ph type="sldNum" idx="1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B5BD808B-2D71-4125-AB80-6B2CFF178FF3}" type="slidenum">
              <a:rPr lang="en-US" sz="1000" b="0" strike="noStrike" spc="-1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782852" name="PlaceHolder 3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dk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58633434" name="Google Shape;74;p11"/>
          <p:cNvGrpSpPr/>
          <p:nvPr/>
        </p:nvGrpSpPr>
        <p:grpSpPr bwMode="auto">
          <a:xfrm>
            <a:off x="530280" y="4184280"/>
            <a:ext cx="1342080" cy="16560"/>
            <a:chOff x="530280" y="4184280"/>
            <a:chExt cx="1342080" cy="16560"/>
          </a:xfrm>
        </p:grpSpPr>
        <p:sp>
          <p:nvSpPr>
            <p:cNvPr id="10" name="Google Shape;75;p11"/>
            <p:cNvSpPr/>
            <p:nvPr/>
          </p:nvSpPr>
          <p:spPr bwMode="auto">
            <a:xfrm rot="16199998">
              <a:off x="1380600" y="3709080"/>
              <a:ext cx="16560" cy="966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" name="Google Shape;76;p11"/>
            <p:cNvSpPr/>
            <p:nvPr/>
          </p:nvSpPr>
          <p:spPr bwMode="auto">
            <a:xfrm rot="16199998">
              <a:off x="1009440" y="3705120"/>
              <a:ext cx="16560" cy="974879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00041328" name="PlaceHolder 1"/>
          <p:cNvSpPr>
            <a:spLocks noGrp="1"/>
          </p:cNvSpPr>
          <p:nvPr>
            <p:ph type="sldNum" idx="2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294FB12-4386-4375-9543-BF5042451BD6}" type="slidenum">
              <a:rPr lang="en-US" sz="1000" b="0" strike="noStrike" spc="-1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144543" name="PlaceHolder 1"/>
          <p:cNvSpPr>
            <a:spLocks noGrp="1"/>
          </p:cNvSpPr>
          <p:nvPr>
            <p:ph type="sldNum" idx="3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B23052B-0DE6-4F50-96E4-CAFE96451892}" type="slidenum">
              <a:rPr lang="en-US" sz="1000" b="0" strike="noStrike" spc="-1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dk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01027051" name="Google Shape;18;p3"/>
          <p:cNvGrpSpPr/>
          <p:nvPr/>
        </p:nvGrpSpPr>
        <p:grpSpPr bwMode="auto"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15" name="Google Shape;19;p3"/>
            <p:cNvSpPr/>
            <p:nvPr/>
          </p:nvSpPr>
          <p:spPr bwMode="auto">
            <a:xfrm rot="16199998">
              <a:off x="1380600" y="731160"/>
              <a:ext cx="16560" cy="966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Google Shape;20;p3"/>
            <p:cNvSpPr/>
            <p:nvPr/>
          </p:nvSpPr>
          <p:spPr bwMode="auto">
            <a:xfrm rot="16199998">
              <a:off x="1009440" y="727200"/>
              <a:ext cx="16560" cy="974879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3172149" name="PlaceHolder 1"/>
          <p:cNvSpPr>
            <a:spLocks noGrp="1"/>
          </p:cNvSpPr>
          <p:nvPr>
            <p:ph type="sldNum" idx="4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37F536C-155B-471E-878F-EB750B1303D3}" type="slidenum">
              <a:rPr lang="en-US" sz="1000" b="0" strike="noStrike" spc="-1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186859" name="Google Shape;24;p4"/>
          <p:cNvSpPr/>
          <p:nvPr/>
        </p:nvSpPr>
        <p:spPr bwMode="auto">
          <a:xfrm>
            <a:off x="0" y="0"/>
            <a:ext cx="9142920" cy="486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98883558" name="Google Shape;25;p4"/>
          <p:cNvGrpSpPr/>
          <p:nvPr/>
        </p:nvGrpSpPr>
        <p:grpSpPr bwMode="auto"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20" name="Google Shape;26;p4"/>
            <p:cNvSpPr/>
            <p:nvPr/>
          </p:nvSpPr>
          <p:spPr bwMode="auto">
            <a:xfrm rot="16199998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Google Shape;27;p4"/>
            <p:cNvSpPr/>
            <p:nvPr/>
          </p:nvSpPr>
          <p:spPr bwMode="auto">
            <a:xfrm rot="16199998">
              <a:off x="1009440" y="727200"/>
              <a:ext cx="16560" cy="974879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51518463" name="PlaceHolder 1"/>
          <p:cNvSpPr>
            <a:spLocks noGrp="1"/>
          </p:cNvSpPr>
          <p:nvPr>
            <p:ph type="title"/>
          </p:nvPr>
        </p:nvSpPr>
        <p:spPr bwMode="auto">
          <a:xfrm>
            <a:off x="729360" y="1273320"/>
            <a:ext cx="7687800" cy="62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74968" name="PlaceHolder 2"/>
          <p:cNvSpPr>
            <a:spLocks noGrp="1"/>
          </p:cNvSpPr>
          <p:nvPr>
            <p:ph type="body"/>
          </p:nvPr>
        </p:nvSpPr>
        <p:spPr bwMode="auto">
          <a:xfrm>
            <a:off x="729360" y="2079000"/>
            <a:ext cx="7687800" cy="226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822446" name="PlaceHolder 3"/>
          <p:cNvSpPr>
            <a:spLocks noGrp="1"/>
          </p:cNvSpPr>
          <p:nvPr>
            <p:ph type="sldNum" idx="5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01390BA-5DCF-462D-A7A8-CFCA9D807EE8}" type="slidenum">
              <a:rPr lang="en-US" sz="1000" b="0" strike="noStrike" spc="-1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685253" name="Google Shape;32;p5"/>
          <p:cNvSpPr/>
          <p:nvPr/>
        </p:nvSpPr>
        <p:spPr bwMode="auto">
          <a:xfrm>
            <a:off x="0" y="0"/>
            <a:ext cx="9142920" cy="486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53443467" name="Google Shape;33;p5"/>
          <p:cNvGrpSpPr/>
          <p:nvPr/>
        </p:nvGrpSpPr>
        <p:grpSpPr bwMode="auto"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29" name="Google Shape;34;p5"/>
            <p:cNvSpPr/>
            <p:nvPr/>
          </p:nvSpPr>
          <p:spPr bwMode="auto">
            <a:xfrm rot="16199998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Google Shape;35;p5"/>
            <p:cNvSpPr/>
            <p:nvPr/>
          </p:nvSpPr>
          <p:spPr bwMode="auto">
            <a:xfrm rot="16199998">
              <a:off x="1009440" y="727200"/>
              <a:ext cx="16560" cy="974879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22071686" name="PlaceHolder 1"/>
          <p:cNvSpPr>
            <a:spLocks noGrp="1"/>
          </p:cNvSpPr>
          <p:nvPr>
            <p:ph type="title"/>
          </p:nvPr>
        </p:nvSpPr>
        <p:spPr bwMode="auto">
          <a:xfrm>
            <a:off x="729360" y="1273320"/>
            <a:ext cx="7687800" cy="62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2945410" name="PlaceHolder 2"/>
          <p:cNvSpPr>
            <a:spLocks noGrp="1"/>
          </p:cNvSpPr>
          <p:nvPr>
            <p:ph type="body"/>
          </p:nvPr>
        </p:nvSpPr>
        <p:spPr bwMode="auto">
          <a:xfrm>
            <a:off x="729360" y="2079000"/>
            <a:ext cx="3751200" cy="226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1946614" name="PlaceHolder 3"/>
          <p:cNvSpPr>
            <a:spLocks noGrp="1"/>
          </p:cNvSpPr>
          <p:nvPr>
            <p:ph type="body"/>
          </p:nvPr>
        </p:nvSpPr>
        <p:spPr bwMode="auto">
          <a:xfrm>
            <a:off x="4668840" y="2079000"/>
            <a:ext cx="3751200" cy="226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6266236" name="PlaceHolder 4"/>
          <p:cNvSpPr>
            <a:spLocks noGrp="1"/>
          </p:cNvSpPr>
          <p:nvPr>
            <p:ph type="sldNum" idx="6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383C20A-92AE-41A3-8C05-DE6431751DAC}" type="slidenum">
              <a:rPr lang="en-US" sz="1000" b="0" strike="noStrike" spc="-1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2662" name="Google Shape;41;p6"/>
          <p:cNvSpPr/>
          <p:nvPr/>
        </p:nvSpPr>
        <p:spPr bwMode="auto">
          <a:xfrm>
            <a:off x="0" y="0"/>
            <a:ext cx="9142920" cy="486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96425570" name="Google Shape;42;p6"/>
          <p:cNvGrpSpPr/>
          <p:nvPr/>
        </p:nvGrpSpPr>
        <p:grpSpPr bwMode="auto"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40" name="Google Shape;43;p6"/>
            <p:cNvSpPr/>
            <p:nvPr/>
          </p:nvSpPr>
          <p:spPr bwMode="auto">
            <a:xfrm rot="16199998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" name="Google Shape;44;p6"/>
            <p:cNvSpPr/>
            <p:nvPr/>
          </p:nvSpPr>
          <p:spPr bwMode="auto">
            <a:xfrm rot="16199998">
              <a:off x="1009440" y="727200"/>
              <a:ext cx="16560" cy="974879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025262106" name="PlaceHolder 1"/>
          <p:cNvSpPr>
            <a:spLocks noGrp="1"/>
          </p:cNvSpPr>
          <p:nvPr>
            <p:ph type="title"/>
          </p:nvPr>
        </p:nvSpPr>
        <p:spPr bwMode="auto">
          <a:xfrm>
            <a:off x="729360" y="1273320"/>
            <a:ext cx="7687800" cy="62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032621" name="PlaceHolder 2"/>
          <p:cNvSpPr>
            <a:spLocks noGrp="1"/>
          </p:cNvSpPr>
          <p:nvPr>
            <p:ph type="sldNum" idx="7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0209A1B-96F0-44A0-BD56-94CAED954003}" type="slidenum">
              <a:rPr lang="en-US" sz="1000" b="0" strike="noStrike" spc="-1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540179" name="Google Shape;48;p7"/>
          <p:cNvSpPr/>
          <p:nvPr/>
        </p:nvSpPr>
        <p:spPr bwMode="auto">
          <a:xfrm>
            <a:off x="0" y="0"/>
            <a:ext cx="9142920" cy="486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80476521" name="Google Shape;49;p7"/>
          <p:cNvGrpSpPr/>
          <p:nvPr/>
        </p:nvGrpSpPr>
        <p:grpSpPr bwMode="auto"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47" name="Google Shape;50;p7"/>
            <p:cNvSpPr/>
            <p:nvPr/>
          </p:nvSpPr>
          <p:spPr bwMode="auto">
            <a:xfrm rot="16199998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Google Shape;51;p7"/>
            <p:cNvSpPr/>
            <p:nvPr/>
          </p:nvSpPr>
          <p:spPr bwMode="auto">
            <a:xfrm rot="16199998">
              <a:off x="1009440" y="727200"/>
              <a:ext cx="16560" cy="974879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30122894" name="PlaceHolder 1"/>
          <p:cNvSpPr>
            <a:spLocks noGrp="1"/>
          </p:cNvSpPr>
          <p:nvPr>
            <p:ph type="sldNum" idx="8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6C65D0E-5D72-4281-B22B-5289793C6F52}" type="slidenum">
              <a:rPr lang="en-US" sz="1000" b="0" strike="noStrike" spc="-1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5837059" name="Google Shape;56;p8"/>
          <p:cNvGrpSpPr/>
          <p:nvPr/>
        </p:nvGrpSpPr>
        <p:grpSpPr bwMode="auto">
          <a:xfrm>
            <a:off x="530280" y="4184280"/>
            <a:ext cx="1342080" cy="16560"/>
            <a:chOff x="530280" y="4184280"/>
            <a:chExt cx="1342080" cy="16560"/>
          </a:xfrm>
        </p:grpSpPr>
        <p:sp>
          <p:nvSpPr>
            <p:cNvPr id="51" name="Google Shape;57;p8"/>
            <p:cNvSpPr/>
            <p:nvPr/>
          </p:nvSpPr>
          <p:spPr bwMode="auto">
            <a:xfrm rot="16199998">
              <a:off x="1380600" y="3709080"/>
              <a:ext cx="16560" cy="966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Google Shape;58;p8"/>
            <p:cNvSpPr/>
            <p:nvPr/>
          </p:nvSpPr>
          <p:spPr bwMode="auto">
            <a:xfrm rot="16199998">
              <a:off x="1009440" y="3705120"/>
              <a:ext cx="16560" cy="974879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16124282" name="PlaceHolder 1"/>
          <p:cNvSpPr>
            <a:spLocks noGrp="1"/>
          </p:cNvSpPr>
          <p:nvPr>
            <p:ph type="sldNum" idx="9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5B9F538-D6A0-47A6-96BC-E176979BE3B0}" type="slidenum">
              <a:rPr lang="en-US" sz="1000" b="0" strike="noStrike" spc="-1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680076" name="Google Shape;62;p9"/>
          <p:cNvSpPr/>
          <p:nvPr/>
        </p:nvSpPr>
        <p:spPr bwMode="auto">
          <a:xfrm>
            <a:off x="0" y="0"/>
            <a:ext cx="4570920" cy="51426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40166496" name="Google Shape;63;p9"/>
          <p:cNvGrpSpPr/>
          <p:nvPr/>
        </p:nvGrpSpPr>
        <p:grpSpPr bwMode="auto"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56" name="Google Shape;64;p9"/>
            <p:cNvSpPr/>
            <p:nvPr/>
          </p:nvSpPr>
          <p:spPr bwMode="auto">
            <a:xfrm rot="16199998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" name="Google Shape;65;p9"/>
            <p:cNvSpPr/>
            <p:nvPr/>
          </p:nvSpPr>
          <p:spPr bwMode="auto">
            <a:xfrm rot="16199998">
              <a:off x="1009440" y="727200"/>
              <a:ext cx="16560" cy="974879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37161483" name="PlaceHolder 1"/>
          <p:cNvSpPr>
            <a:spLocks noGrp="1"/>
          </p:cNvSpPr>
          <p:nvPr>
            <p:ph type="sldNum" idx="10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838C985-340B-4BCA-B695-5047D8DB0700}" type="slidenum">
              <a:rPr lang="en-US" sz="1000" b="0" strike="noStrike" spc="-1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985932" name="PlaceHolder 1"/>
          <p:cNvSpPr>
            <a:spLocks noGrp="1"/>
          </p:cNvSpPr>
          <p:nvPr>
            <p:ph type="sldNum" idx="11"/>
          </p:nvPr>
        </p:nvSpPr>
        <p:spPr bwMode="auto"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6DB3897-37C9-41DC-B2B4-954966256C81}" type="slidenum">
              <a:rPr lang="en-US" sz="1000" b="0" strike="noStrike" spc="-1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51179" name="PlaceHolder 1"/>
          <p:cNvSpPr>
            <a:spLocks noGrp="1"/>
          </p:cNvSpPr>
          <p:nvPr>
            <p:ph type="title"/>
          </p:nvPr>
        </p:nvSpPr>
        <p:spPr bwMode="auto">
          <a:xfrm>
            <a:off x="729360" y="1322280"/>
            <a:ext cx="7956720" cy="166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200" b="1" strike="noStrike" spc="-1">
                <a:solidFill>
                  <a:schemeClr val="dk2"/>
                </a:solidFill>
                <a:latin typeface="Raleway"/>
                <a:ea typeface="Raleway"/>
              </a:rPr>
              <a:t>DA3408: AI Operations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577147" name="PlaceHolder 2"/>
          <p:cNvSpPr>
            <a:spLocks noGrp="1"/>
          </p:cNvSpPr>
          <p:nvPr>
            <p:ph type="subTitle"/>
          </p:nvPr>
        </p:nvSpPr>
        <p:spPr bwMode="auto">
          <a:xfrm>
            <a:off x="770760" y="1974240"/>
            <a:ext cx="7687080" cy="54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600" b="0" strike="noStrike" spc="-1">
                <a:solidFill>
                  <a:schemeClr val="accent1"/>
                </a:solidFill>
                <a:latin typeface="Lato"/>
                <a:ea typeface="Lato"/>
              </a:rPr>
              <a:t>Let’s learn to manage AI systems end-to-end!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219817" name=""/>
          <p:cNvSpPr/>
          <p:nvPr/>
        </p:nvSpPr>
        <p:spPr bwMode="auto">
          <a:xfrm>
            <a:off x="2255040" y="3615480"/>
            <a:ext cx="40680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 algn="r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Instructor: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Dr. Sudarsun Santhiappan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defRPr/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sudarsun@dsai.iitm.ac.in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857935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608040"/>
            <a:ext cx="7687800" cy="53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600" b="1" strike="noStrike" spc="-1">
                <a:solidFill>
                  <a:schemeClr val="dk2"/>
                </a:solidFill>
                <a:latin typeface="Raleway"/>
                <a:ea typeface="Raleway"/>
              </a:rPr>
              <a:t>Course Objectives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4328225" name="PlaceHolder 2"/>
          <p:cNvSpPr>
            <a:spLocks noGrp="1"/>
          </p:cNvSpPr>
          <p:nvPr>
            <p:ph/>
          </p:nvPr>
        </p:nvSpPr>
        <p:spPr bwMode="auto">
          <a:xfrm>
            <a:off x="457200" y="1371600"/>
            <a:ext cx="8457480" cy="342828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91440" rIns="91440" bIns="91440" numCol="1" spcCol="0" rtlCol="0" fromWordArt="0" anchor="t" anchorCtr="0" forceAA="0" upright="0" compatLnSpc="0">
            <a:normAutofit fontScale="75000" lnSpcReduction="5000"/>
          </a:bodyPr>
          <a:p>
            <a:pPr marL="457200" marR="0" indent="-324000" algn="l">
              <a:lnSpc>
                <a:spcPct val="113999"/>
              </a:lnSpc>
              <a:spcAft>
                <a:spcPts val="0"/>
              </a:spcAft>
              <a:buClr>
                <a:srgbClr val="595959"/>
              </a:buClr>
              <a:buAutoNum type="arabicPeriod" startAt="1"/>
              <a:defRPr/>
            </a:pPr>
            <a:r>
              <a:rPr lang="en-US" sz="2000" b="0" i="0" u="none" strike="noStrike" cap="none" spc="0">
                <a:solidFill/>
                <a:latin typeface="Lato"/>
                <a:ea typeface="Lato"/>
                <a:cs typeface="Lato"/>
              </a:rPr>
              <a:t>To understand the technical debt and infrastructure challenges inherent in AI systems.</a:t>
            </a:r>
            <a:endParaRPr lang="en-US" sz="2000" b="0" i="0" u="none" strike="noStrike" cap="none" spc="0">
              <a:solidFill/>
              <a:latin typeface="Lato"/>
              <a:ea typeface="Lato"/>
              <a:cs typeface="Lato"/>
            </a:endParaRPr>
          </a:p>
          <a:p>
            <a:pPr marL="457200" marR="0" indent="-324000" algn="l">
              <a:lnSpc>
                <a:spcPct val="113999"/>
              </a:lnSpc>
              <a:spcAft>
                <a:spcPts val="0"/>
              </a:spcAft>
              <a:buClr>
                <a:srgbClr val="595959"/>
              </a:buClr>
              <a:buAutoNum type="arabicPeriod" startAt="1"/>
              <a:defRPr/>
            </a:pPr>
            <a:r>
              <a:rPr lang="en-US" sz="2000" b="0" i="0" u="none" strike="noStrike" cap="none" spc="0">
                <a:solidFill/>
                <a:latin typeface="Lato"/>
                <a:ea typeface="Lato"/>
                <a:cs typeface="Lato"/>
              </a:rPr>
              <a:t>To promote a culture of reproducibility using version control for code and data.</a:t>
            </a:r>
            <a:endParaRPr lang="en-US" sz="2000" b="0" i="0" u="none" strike="noStrike" cap="none" spc="0">
              <a:solidFill/>
              <a:latin typeface="Lato"/>
              <a:ea typeface="Lato"/>
              <a:cs typeface="Lato"/>
            </a:endParaRPr>
          </a:p>
          <a:p>
            <a:pPr marL="457200" marR="0" indent="-324000" algn="l">
              <a:lnSpc>
                <a:spcPct val="113999"/>
              </a:lnSpc>
              <a:spcAft>
                <a:spcPts val="0"/>
              </a:spcAft>
              <a:buClr>
                <a:srgbClr val="595959"/>
              </a:buClr>
              <a:buAutoNum type="arabicPeriod" startAt="1"/>
              <a:defRPr/>
            </a:pPr>
            <a:r>
              <a:rPr lang="en-US" sz="2000" b="0" i="0" u="none" strike="noStrike" cap="none" spc="0">
                <a:solidFill/>
                <a:latin typeface="Lato"/>
                <a:ea typeface="Lato"/>
                <a:cs typeface="Lato"/>
              </a:rPr>
              <a:t>To master the automation of data pipelines, model training, and deployment (CI/CD/CT).</a:t>
            </a:r>
            <a:endParaRPr sz="2000" b="0" i="0" u="none" strike="noStrike" cap="none" spc="0">
              <a:solidFill/>
              <a:latin typeface="Lato"/>
              <a:cs typeface="Lato"/>
            </a:endParaRPr>
          </a:p>
          <a:p>
            <a:pPr marL="457200" marR="0" indent="-324000" algn="l">
              <a:lnSpc>
                <a:spcPct val="113999"/>
              </a:lnSpc>
              <a:spcAft>
                <a:spcPts val="0"/>
              </a:spcAft>
              <a:buClr>
                <a:srgbClr val="595959"/>
              </a:buClr>
              <a:buAutoNum type="arabicPeriod" startAt="1"/>
              <a:defRPr/>
            </a:pPr>
            <a:r>
              <a:rPr lang="en-US" sz="2000" b="0" i="0" u="none" strike="noStrike" cap="none" spc="0">
                <a:solidFill/>
                <a:latin typeface="Lato"/>
                <a:ea typeface="Lato"/>
                <a:cs typeface="Lato"/>
              </a:rPr>
              <a:t>To design and manage the end-to-end lifecycle of machine learning and generative AI systems.</a:t>
            </a:r>
            <a:endParaRPr sz="2000" b="0" i="0" u="none" strike="noStrike" cap="none" spc="0">
              <a:solidFill/>
              <a:latin typeface="Lato"/>
              <a:cs typeface="Lato"/>
            </a:endParaRPr>
          </a:p>
          <a:p>
            <a:pPr marL="457200" marR="0" indent="-324000" algn="l">
              <a:lnSpc>
                <a:spcPct val="113999"/>
              </a:lnSpc>
              <a:spcAft>
                <a:spcPts val="0"/>
              </a:spcAft>
              <a:buClr>
                <a:srgbClr val="595959"/>
              </a:buClr>
              <a:buAutoNum type="arabicPeriod" startAt="1"/>
              <a:defRPr/>
            </a:pPr>
            <a:r>
              <a:rPr lang="en-US" sz="2000" b="0" i="0" u="none" strike="noStrike" cap="none" spc="0">
                <a:solidFill/>
                <a:latin typeface="Lato"/>
                <a:ea typeface="Lato"/>
                <a:cs typeface="Lato"/>
              </a:rPr>
              <a:t>To implement distributed computing patterns for large-scale data and model training.</a:t>
            </a:r>
            <a:endParaRPr sz="2000" b="0" i="0" u="none" strike="noStrike" cap="none" spc="0">
              <a:solidFill/>
              <a:latin typeface="Lato"/>
              <a:cs typeface="Lato"/>
            </a:endParaRPr>
          </a:p>
          <a:p>
            <a:pPr marL="457200" marR="0" indent="-324000" algn="l">
              <a:lnSpc>
                <a:spcPct val="113999"/>
              </a:lnSpc>
              <a:spcAft>
                <a:spcPts val="0"/>
              </a:spcAft>
              <a:buClr>
                <a:srgbClr val="595959"/>
              </a:buClr>
              <a:buAutoNum type="arabicPeriod" startAt="1"/>
              <a:defRPr/>
            </a:pPr>
            <a:r>
              <a:rPr lang="en-US" sz="2000" b="0" i="0" u="none" strike="noStrike" cap="none" spc="0">
                <a:solidFill/>
                <a:latin typeface="Lato"/>
                <a:ea typeface="Lato"/>
                <a:cs typeface="Lato"/>
              </a:rPr>
              <a:t>To ensure reproducibility through rigorous experiment tracking and version control.</a:t>
            </a:r>
            <a:endParaRPr sz="2000" b="0" i="0" u="none" strike="noStrike" cap="none" spc="0">
              <a:solidFill/>
              <a:latin typeface="Lato"/>
              <a:cs typeface="Lato"/>
            </a:endParaRPr>
          </a:p>
          <a:p>
            <a:pPr marL="457200" marR="0" indent="-324000" algn="l">
              <a:lnSpc>
                <a:spcPct val="113999"/>
              </a:lnSpc>
              <a:spcAft>
                <a:spcPts val="0"/>
              </a:spcAft>
              <a:buClr>
                <a:srgbClr val="595959"/>
              </a:buClr>
              <a:buAutoNum type="arabicPeriod" startAt="1"/>
              <a:defRPr/>
            </a:pPr>
            <a:r>
              <a:rPr lang="en-US" sz="2000" b="0" i="0" u="none" strike="noStrike" cap="none" spc="0">
                <a:solidFill/>
                <a:latin typeface="Lato"/>
                <a:ea typeface="Lato"/>
                <a:cs typeface="Lato"/>
              </a:rPr>
              <a:t>To implement robust monitoring, observability, and governance for AI models.</a:t>
            </a:r>
            <a:endParaRPr sz="2000" b="0" i="0" u="none" strike="noStrike" cap="none" spc="0">
              <a:solidFill/>
              <a:latin typeface="Lato"/>
              <a:cs typeface="Lato"/>
            </a:endParaRPr>
          </a:p>
          <a:p>
            <a:pPr marL="457200" marR="0" indent="-324000" algn="l">
              <a:lnSpc>
                <a:spcPct val="113999"/>
              </a:lnSpc>
              <a:spcAft>
                <a:spcPts val="0"/>
              </a:spcAft>
              <a:buClr>
                <a:srgbClr val="595959"/>
              </a:buClr>
              <a:buAutoNum type="arabicPeriod" startAt="1"/>
              <a:defRPr/>
            </a:pPr>
            <a:r>
              <a:rPr lang="en-US" sz="2000" b="0" i="0" u="none" strike="noStrike" cap="none" spc="0">
                <a:solidFill/>
                <a:latin typeface="Lato"/>
                <a:ea typeface="Lato"/>
                <a:cs typeface="Lato"/>
              </a:rPr>
              <a:t>To build a resilient model serving infrastructure capable of handling high-throughput GenAI </a:t>
            </a:r>
            <a:r>
              <a:rPr lang="en-US" sz="2000" b="0" i="0" u="none" strike="noStrike" cap="none" spc="0">
                <a:solidFill/>
                <a:latin typeface="Lato"/>
                <a:ea typeface="Lato"/>
                <a:cs typeface="Lato"/>
              </a:rPr>
              <a:t>workloads.</a:t>
            </a:r>
            <a:endParaRPr lang="en-US" sz="2000" b="0" i="0" u="none" strike="noStrike" cap="none" spc="0">
              <a:solidFill/>
              <a:latin typeface="Lato"/>
              <a:ea typeface="Lato"/>
              <a:cs typeface="Lato"/>
            </a:endParaRPr>
          </a:p>
          <a:p>
            <a:pPr marL="457200" marR="0" indent="-324000" algn="l">
              <a:lnSpc>
                <a:spcPct val="113999"/>
              </a:lnSpc>
              <a:spcAft>
                <a:spcPts val="0"/>
              </a:spcAft>
              <a:buClr>
                <a:srgbClr val="595959"/>
              </a:buClr>
              <a:buAutoNum type="arabicPeriod" startAt="1"/>
              <a:defRPr/>
            </a:pPr>
            <a:r>
              <a:rPr lang="en-US" sz="2000" b="0" i="0" u="none" strike="noStrike" cap="none" spc="0">
                <a:solidFill/>
                <a:latin typeface="Lato"/>
                <a:ea typeface="Lato"/>
                <a:cs typeface="Lato"/>
              </a:rPr>
              <a:t>To develop specialized operational skills for Generative AI and LLMs (Vector DBs, RAG pipelines).</a:t>
            </a:r>
            <a:endParaRPr sz="2000" b="0" i="0" u="none" strike="noStrike" cap="none" spc="0">
              <a:solidFill/>
              <a:latin typeface="Lato"/>
              <a:cs typeface="La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328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328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328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328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328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328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328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328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74675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7687800" cy="53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600" b="1" strike="noStrike" spc="-1">
                <a:solidFill>
                  <a:schemeClr val="dk2"/>
                </a:solidFill>
                <a:latin typeface="Raleway"/>
                <a:ea typeface="Raleway"/>
              </a:rPr>
              <a:t>Prerequisites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312400" name="PlaceHolder 2"/>
          <p:cNvSpPr>
            <a:spLocks noGrp="1"/>
          </p:cNvSpPr>
          <p:nvPr>
            <p:ph/>
          </p:nvPr>
        </p:nvSpPr>
        <p:spPr bwMode="auto">
          <a:xfrm>
            <a:off x="457200" y="1371600"/>
            <a:ext cx="8228880" cy="296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Knowledge of ML algorithms and techniques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Knowledge of basic DL and GenAI methods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Proficiency in Python programming language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Familiarity with data preprocessing and feature engineering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Basic understanding of software development principles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Ability to use third-party libraries to build tools</a:t>
            </a:r>
            <a:endParaRPr lang="en-US" sz="1500" b="0" strike="noStrike" spc="0">
              <a:solidFill>
                <a:schemeClr val="accent1"/>
              </a:solidFill>
              <a:latin typeface="Lato"/>
              <a:ea typeface="Lato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500" b="0" strike="noStrike" spc="0">
                <a:solidFill>
                  <a:schemeClr val="accent1"/>
                </a:solidFill>
                <a:latin typeface="Lato"/>
                <a:ea typeface="Lato"/>
              </a:rPr>
              <a:t>A Linux machine (at least via VirtualBox)</a:t>
            </a:r>
            <a:endParaRPr lang="en-US" sz="1500" b="0" strike="noStrike" spc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500" b="1" strike="noStrike" spc="-1">
                <a:solidFill>
                  <a:schemeClr val="accent1"/>
                </a:solidFill>
                <a:latin typeface="Lato"/>
                <a:ea typeface="Lato"/>
              </a:rPr>
              <a:t>And of course, discipline and commitment to this new skill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999"/>
              </a:lnSpc>
              <a:spcAft>
                <a:spcPts val="1199"/>
              </a:spcAft>
              <a:buNone/>
              <a:tabLst>
                <a:tab pos="0" algn="l"/>
              </a:tabLst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16350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7687800" cy="53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400" b="1" strike="noStrike" spc="-1">
                <a:solidFill>
                  <a:schemeClr val="dk2"/>
                </a:solidFill>
                <a:latin typeface="Raleway"/>
                <a:ea typeface="Raleway"/>
              </a:rPr>
              <a:t>The Process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782705" name="PlaceHolder 2"/>
          <p:cNvSpPr>
            <a:spLocks noGrp="1"/>
          </p:cNvSpPr>
          <p:nvPr>
            <p:ph/>
          </p:nvPr>
        </p:nvSpPr>
        <p:spPr bwMode="auto">
          <a:xfrm>
            <a:off x="457200" y="1371600"/>
            <a:ext cx="8457480" cy="31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11040">
              <a:lnSpc>
                <a:spcPct val="114999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600" b="0" strike="noStrike" spc="-1">
                <a:solidFill>
                  <a:schemeClr val="accent1"/>
                </a:solidFill>
                <a:latin typeface="Lato"/>
                <a:ea typeface="Lato"/>
              </a:rPr>
              <a:t>We will meet every week on Monday (P-slot)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4999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There will be weekly lectures to introduce the practical aspects of data pipelining, source control, experiment tracking, monitoring, visualization, packaging and deployment of models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4999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There will be 6 assignments spread across the semester (60%)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4999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600" b="0" strike="noStrike" spc="-1">
                <a:solidFill>
                  <a:schemeClr val="accent1"/>
                </a:solidFill>
                <a:latin typeface="Lato"/>
                <a:ea typeface="Lato"/>
              </a:rPr>
              <a:t>Each assignments will be given ~10 days for completion and submission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4999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There will be an end-to-end AI application implementation exercise where we will follow AIOps guidelines to design, implement &amp; deploy for UAT (25%)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4999"/>
              </a:lnSpc>
              <a:buClr>
                <a:srgbClr val="595959"/>
              </a:buClr>
              <a:buFont typeface="Lato"/>
              <a:buChar char="●"/>
              <a:defRPr/>
            </a:pPr>
            <a:r>
              <a:rPr lang="en-US" sz="1600" b="0" strike="noStrike" spc="-1">
                <a:solidFill>
                  <a:schemeClr val="accent1"/>
                </a:solidFill>
                <a:latin typeface="Lato"/>
                <a:ea typeface="Lato"/>
              </a:rPr>
              <a:t>Continuous Assessment through a short quiz in every lecture (15%)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782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782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782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7827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7827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7827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44517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685800"/>
            <a:ext cx="768780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400" b="1" strike="noStrike" spc="-1">
                <a:solidFill>
                  <a:srgbClr val="000000"/>
                </a:solidFill>
                <a:latin typeface="Arial"/>
              </a:rPr>
              <a:t>Some pointers worth remembering ...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031951" name="PlaceHolder 2"/>
          <p:cNvSpPr>
            <a:spLocks noGrp="1"/>
          </p:cNvSpPr>
          <p:nvPr>
            <p:ph/>
          </p:nvPr>
        </p:nvSpPr>
        <p:spPr bwMode="auto">
          <a:xfrm flipH="0" flipV="0">
            <a:off x="457200" y="1371600"/>
            <a:ext cx="8613316" cy="3577258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55000" lnSpcReduction="9000"/>
          </a:bodyPr>
          <a:p>
            <a:pPr marL="228807" indent="-228807">
              <a:lnSpc>
                <a:spcPct val="113999"/>
              </a:lnSpc>
              <a:spcBef>
                <a:spcPts val="1199"/>
              </a:spcBef>
              <a:buFont typeface="Wingdings"/>
              <a:buChar char="§"/>
              <a:defRPr/>
            </a:pPr>
            <a:r>
              <a:rPr lang="en-US" sz="2400" b="0" strike="noStrike" spc="-1">
                <a:solidFill>
                  <a:schemeClr val="accent1"/>
                </a:solidFill>
                <a:latin typeface="Lato"/>
                <a:ea typeface="Lato"/>
              </a:rPr>
              <a:t>If you miss your quizzes during P slots, there is no 2</a:t>
            </a:r>
            <a:r>
              <a:rPr lang="en-US" sz="2400" b="0" strike="noStrike" spc="-1" baseline="30000">
                <a:solidFill>
                  <a:schemeClr val="accent1"/>
                </a:solidFill>
                <a:latin typeface="Lato"/>
                <a:ea typeface="Lato"/>
              </a:rPr>
              <a:t>nd</a:t>
            </a:r>
            <a:r>
              <a:rPr lang="en-US" sz="2400" b="0" strike="noStrike" spc="-1">
                <a:solidFill>
                  <a:schemeClr val="accent1"/>
                </a:solidFill>
                <a:latin typeface="Lato"/>
                <a:ea typeface="Lato"/>
              </a:rPr>
              <a:t> chance irrespective of the reasons.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228807" indent="-228807">
              <a:lnSpc>
                <a:spcPct val="113999"/>
              </a:lnSpc>
              <a:spcBef>
                <a:spcPts val="1199"/>
              </a:spcBef>
              <a:buFont typeface="Wingdings"/>
              <a:buChar char="§"/>
              <a:defRPr/>
            </a:pPr>
            <a:r>
              <a:rPr lang="en-US" sz="2400" b="0" strike="noStrike" spc="-1">
                <a:solidFill>
                  <a:schemeClr val="accent1"/>
                </a:solidFill>
                <a:latin typeface="Lato"/>
                <a:ea typeface="Lato"/>
              </a:rPr>
              <a:t>Plagiarism will amount of penalty to all involved irrespective of who committed the crime</a:t>
            </a:r>
            <a:r>
              <a:rPr lang="en-US" sz="2200" b="0" strike="noStrike" spc="0">
                <a:solidFill>
                  <a:srgbClr val="000000"/>
                </a:solidFill>
                <a:latin typeface="Arial"/>
              </a:rPr>
              <a:t>. </a:t>
            </a:r>
            <a:r>
              <a:rPr lang="en-US" sz="2400" b="0" strike="noStrike" spc="0">
                <a:solidFill>
                  <a:schemeClr val="accent1"/>
                </a:solidFill>
                <a:latin typeface="Lato"/>
                <a:ea typeface="Lato"/>
              </a:rPr>
              <a:t>It is your responsibility to protect the privacy of your submissions until the deadline timestamp</a:t>
            </a:r>
            <a:r>
              <a:rPr lang="en-US" sz="2200" b="0" strike="noStrike" spc="0">
                <a:solidFill>
                  <a:srgbClr val="000000"/>
                </a:solidFill>
                <a:latin typeface="Arial"/>
              </a:rPr>
              <a:t>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228807" indent="-228807">
              <a:lnSpc>
                <a:spcPct val="113999"/>
              </a:lnSpc>
              <a:spcBef>
                <a:spcPts val="1199"/>
              </a:spcBef>
              <a:buFont typeface="Wingdings"/>
              <a:buChar char="§"/>
              <a:defRPr/>
            </a:pPr>
            <a:r>
              <a:rPr lang="en-US" sz="2400" b="0" strike="noStrike" spc="-1">
                <a:solidFill>
                  <a:schemeClr val="accent1"/>
                </a:solidFill>
                <a:latin typeface="Lato"/>
                <a:ea typeface="Lato"/>
              </a:rPr>
              <a:t>It is your responsibility to make the submission visible and processable to the TAs at the time of evaluation.  Mistakes will not be tolerated.  You better be careful in your first attempt.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228807" indent="-228807">
              <a:lnSpc>
                <a:spcPct val="113999"/>
              </a:lnSpc>
              <a:spcBef>
                <a:spcPts val="1199"/>
              </a:spcBef>
              <a:buFont typeface="Wingdings"/>
              <a:buChar char="§"/>
              <a:defRPr/>
            </a:pPr>
            <a:r>
              <a:rPr lang="en-US" sz="2400" b="0" strike="noStrike" spc="-1">
                <a:solidFill>
                  <a:schemeClr val="accent1"/>
                </a:solidFill>
                <a:latin typeface="Lato"/>
                <a:ea typeface="Lato"/>
              </a:rPr>
              <a:t>Use of AI tools is allowed, however you will strictly adhere to AI usage instructions.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228807" indent="-228807">
              <a:lnSpc>
                <a:spcPct val="113999"/>
              </a:lnSpc>
              <a:spcBef>
                <a:spcPts val="1199"/>
              </a:spcBef>
              <a:buFont typeface="Wingdings"/>
              <a:buChar char="§"/>
              <a:defRPr/>
            </a:pPr>
            <a:r>
              <a:rPr lang="en-US" sz="2400" b="0" strike="noStrike" spc="-1">
                <a:solidFill>
                  <a:schemeClr val="accent1"/>
                </a:solidFill>
                <a:latin typeface="Lato"/>
                <a:ea typeface="Lato"/>
              </a:rPr>
              <a:t>When you deprioritize DA3408,  only your attendance grade shall remain protected.  Your course grade is purely based on your objective performance.  For scenarios, when the submissions are delayed, a suitable penalty will be applied.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228807" indent="-228807">
              <a:lnSpc>
                <a:spcPct val="113999"/>
              </a:lnSpc>
              <a:spcBef>
                <a:spcPts val="1199"/>
              </a:spcBef>
              <a:buFont typeface="Wingdings"/>
              <a:buChar char="§"/>
              <a:defRPr/>
            </a:pPr>
            <a:r>
              <a:rPr lang="en-US" sz="2400" b="0" strike="noStrike" spc="-1">
                <a:solidFill>
                  <a:schemeClr val="accent1"/>
                </a:solidFill>
                <a:latin typeface="Lato"/>
                <a:ea typeface="Lato"/>
              </a:rPr>
              <a:t>The assignments will be challenging. So, the deadlines will not be extended for any reason, including academic workloads.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228807" indent="-228807">
              <a:lnSpc>
                <a:spcPct val="113999"/>
              </a:lnSpc>
              <a:spcBef>
                <a:spcPts val="1199"/>
              </a:spcBef>
              <a:buFont typeface="Wingdings"/>
              <a:buChar char="§"/>
              <a:defRPr/>
            </a:pPr>
            <a:r>
              <a:rPr lang="en-US" sz="2400" b="0" strike="noStrike" spc="-1">
                <a:solidFill>
                  <a:schemeClr val="accent1"/>
                </a:solidFill>
                <a:latin typeface="Lato"/>
                <a:ea typeface="Lato"/>
              </a:rPr>
              <a:t>The E2E AI project will be given a month’s time.  No extension will be provided for the submission.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61" dur="indefinite" restart="never" nodeType="tmRoot">
          <p:childTnLst>
            <p:seq>
              <p:cTn id="62" dur="indefinite" nodeType="mainSeq"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031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031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0319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0319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0319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0319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0319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0319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646522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7687800" cy="53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600" b="1" strike="noStrike" spc="-1">
                <a:solidFill>
                  <a:schemeClr val="dk2"/>
                </a:solidFill>
                <a:latin typeface="Raleway"/>
                <a:ea typeface="Raleway"/>
              </a:rPr>
              <a:t>References</a:t>
            </a:r>
            <a:r>
              <a:rPr lang="en-US" sz="2600" b="1" strike="noStrike" spc="-1">
                <a:solidFill>
                  <a:schemeClr val="dk2"/>
                </a:solidFill>
                <a:latin typeface="Raleway"/>
                <a:ea typeface="Raleway"/>
              </a:rPr>
              <a:t>	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5875190" name="PlaceHolder 2"/>
          <p:cNvSpPr>
            <a:spLocks noGrp="1"/>
          </p:cNvSpPr>
          <p:nvPr>
            <p:ph/>
          </p:nvPr>
        </p:nvSpPr>
        <p:spPr bwMode="auto">
          <a:xfrm>
            <a:off x="457200" y="1371600"/>
            <a:ext cx="8457480" cy="296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228600">
              <a:lnSpc>
                <a:spcPct val="137000"/>
              </a:lnSpc>
              <a:buNone/>
              <a:tabLst>
                <a:tab pos="0" algn="l"/>
              </a:tabLst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1. Engineering MLOps – Emmanuel Raj – Packt publication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37000"/>
              </a:lnSpc>
              <a:buNone/>
              <a:tabLst>
                <a:tab pos="0" algn="l"/>
              </a:tabLst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2. Introducing MLOps – Mark Traveil &amp; The Dataiku Team – O’Reilly publication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37000"/>
              </a:lnSpc>
              <a:buNone/>
              <a:tabLst>
                <a:tab pos="0" algn="l"/>
              </a:tabLst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3. Practical MLOps – Noah Gift &amp; Alfredo Deza – O’Reilly publication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37000"/>
              </a:lnSpc>
              <a:buNone/>
              <a:tabLst>
                <a:tab pos="0" algn="l"/>
              </a:tabLst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4. Designing Deep Learning Systems – Chi Wang, Donald Szeto – Manning publication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37000"/>
              </a:lnSpc>
              <a:buNone/>
              <a:tabLst>
                <a:tab pos="0" algn="l"/>
              </a:tabLst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5. Designing Machine Learning Systems - Chip Huyen – O’Reilly publication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49000"/>
              </a:lnSpc>
              <a:buNone/>
              <a:tabLst>
                <a:tab pos="0" algn="l"/>
              </a:tabLst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6. Machine Learning in Production – Suhas Pote – BPB publication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49000"/>
              </a:lnSpc>
              <a:buNone/>
              <a:tabLst>
                <a:tab pos="0" algn="l"/>
              </a:tabLst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7. MLOps Engineering at Scale – Carl Osipov – Manning publication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49000"/>
              </a:lnSpc>
              <a:buNone/>
              <a:tabLst>
                <a:tab pos="0" algn="l"/>
              </a:tabLst>
              <a:defRPr/>
            </a:pPr>
            <a:r>
              <a:rPr lang="en-US" sz="1500" b="0" strike="noStrike" spc="-1">
                <a:solidFill>
                  <a:schemeClr val="accent1"/>
                </a:solidFill>
                <a:latin typeface="Lato"/>
                <a:ea typeface="Lato"/>
              </a:rPr>
              <a:t>8. Beginning MLOps with MLFlow – Sridhar Alla &amp; Suman Kalyan Adari – Apress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en-US</dc:language>
  <cp:lastModifiedBy/>
  <cp:revision>19</cp:revision>
  <dcterms:modified xsi:type="dcterms:W3CDTF">2026-08-02T10:00:53Z</dcterms:modified>
</cp:coreProperties>
</file>